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Cabin" panose="020B0604020202020204" charset="0"/>
      <p:regular r:id="rId8"/>
    </p:embeddedFont>
    <p:embeddedFont>
      <p:font typeface="Unbounde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268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23BA9B1-B871-078E-CE9F-F11DCC7AD320}"/>
              </a:ext>
            </a:extLst>
          </p:cNvPr>
          <p:cNvSpPr/>
          <p:nvPr/>
        </p:nvSpPr>
        <p:spPr>
          <a:xfrm>
            <a:off x="9813073" y="22302"/>
            <a:ext cx="4817327" cy="8229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1F9DB2-89BC-32BE-251A-093B05923C62}"/>
              </a:ext>
            </a:extLst>
          </p:cNvPr>
          <p:cNvSpPr txBox="1"/>
          <p:nvPr/>
        </p:nvSpPr>
        <p:spPr>
          <a:xfrm>
            <a:off x="10314878" y="5296829"/>
            <a:ext cx="431552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TEAM 5 :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23P31A4241: Kunal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23MH1A4273: Chaithanya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24P35A4213: Ratnavathi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23MH1A4463: Vijaya Lakshmi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23P31A4444: Sowmya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23P31A4430: Neeraja</a:t>
            </a:r>
          </a:p>
          <a:p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6B193D-C240-A928-3BBC-18DB1C928015}"/>
              </a:ext>
            </a:extLst>
          </p:cNvPr>
          <p:cNvSpPr txBox="1"/>
          <p:nvPr/>
        </p:nvSpPr>
        <p:spPr>
          <a:xfrm>
            <a:off x="613317" y="1438507"/>
            <a:ext cx="9701561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600" b="1" dirty="0">
                <a:solidFill>
                  <a:schemeClr val="bg1"/>
                </a:solidFill>
                <a:latin typeface="Aptos Display" panose="020B0004020202020204" pitchFamily="34" charset="0"/>
              </a:rPr>
              <a:t>RESOURCE</a:t>
            </a:r>
          </a:p>
          <a:p>
            <a:r>
              <a:rPr lang="en-IN" sz="10600" b="1" dirty="0">
                <a:solidFill>
                  <a:schemeClr val="bg1"/>
                </a:solidFill>
                <a:latin typeface="Aptos Display" panose="020B0004020202020204" pitchFamily="34" charset="0"/>
              </a:rPr>
              <a:t>MANAGEMENT</a:t>
            </a:r>
          </a:p>
          <a:p>
            <a:r>
              <a:rPr lang="en-IN" sz="10600" b="1" dirty="0">
                <a:solidFill>
                  <a:schemeClr val="bg1"/>
                </a:solidFill>
                <a:latin typeface="Aptos Display" panose="020B0004020202020204" pitchFamily="34" charset="0"/>
              </a:rPr>
              <a:t>SYSTEM</a:t>
            </a:r>
          </a:p>
        </p:txBody>
      </p:sp>
      <p:pic>
        <p:nvPicPr>
          <p:cNvPr id="9" name="Graphic 8" descr="Sunglasses face outline outline">
            <a:extLst>
              <a:ext uri="{FF2B5EF4-FFF2-40B4-BE49-F238E27FC236}">
                <a16:creationId xmlns:a16="http://schemas.microsoft.com/office/drawing/2014/main" id="{46199A2C-8468-5652-B768-3FD060179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97828" y="284355"/>
            <a:ext cx="1020337" cy="1020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50344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Enhancing School Operations with Smart Resource Management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737128"/>
            <a:ext cx="1295495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chemeClr val="bg1"/>
                </a:solidFill>
              </a:rPr>
              <a:t>To develop a </a:t>
            </a:r>
            <a:r>
              <a:rPr lang="en-US" sz="2400" b="1" dirty="0">
                <a:solidFill>
                  <a:schemeClr val="bg1"/>
                </a:solidFill>
              </a:rPr>
              <a:t>centralized, no-code solution</a:t>
            </a:r>
            <a:r>
              <a:rPr lang="en-US" sz="2400" dirty="0">
                <a:solidFill>
                  <a:schemeClr val="bg1"/>
                </a:solidFill>
              </a:rPr>
              <a:t> that helps school administrators </a:t>
            </a:r>
            <a:r>
              <a:rPr lang="en-US" sz="2400" b="1" dirty="0">
                <a:solidFill>
                  <a:schemeClr val="bg1"/>
                </a:solidFill>
              </a:rPr>
              <a:t>monitor essential resources</a:t>
            </a:r>
            <a:r>
              <a:rPr lang="en-US" sz="2400" dirty="0">
                <a:solidFill>
                  <a:schemeClr val="bg1"/>
                </a:solidFill>
              </a:rPr>
              <a:t> and receive </a:t>
            </a:r>
            <a:r>
              <a:rPr lang="en-US" sz="2400" b="1" dirty="0">
                <a:solidFill>
                  <a:schemeClr val="bg1"/>
                </a:solidFill>
              </a:rPr>
              <a:t>automated alerts</a:t>
            </a:r>
            <a:r>
              <a:rPr lang="en-US" sz="2400" dirty="0">
                <a:solidFill>
                  <a:schemeClr val="bg1"/>
                </a:solidFill>
              </a:rPr>
              <a:t> when shortages occur.</a:t>
            </a:r>
          </a:p>
        </p:txBody>
      </p:sp>
      <p:sp>
        <p:nvSpPr>
          <p:cNvPr id="4" name="Shape 2"/>
          <p:cNvSpPr/>
          <p:nvPr/>
        </p:nvSpPr>
        <p:spPr>
          <a:xfrm>
            <a:off x="837724" y="4514374"/>
            <a:ext cx="4158734" cy="2864763"/>
          </a:xfrm>
          <a:prstGeom prst="roundRect">
            <a:avLst>
              <a:gd name="adj" fmla="val 5107"/>
            </a:avLst>
          </a:prstGeom>
          <a:solidFill>
            <a:srgbClr val="1128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37724" y="4483894"/>
            <a:ext cx="4158734" cy="121920"/>
          </a:xfrm>
          <a:prstGeom prst="roundRect">
            <a:avLst>
              <a:gd name="adj" fmla="val 29451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557998" y="4155400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73382" y="4334947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07519" y="5112782"/>
            <a:ext cx="361914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Centralized Monitoring</a:t>
            </a:r>
            <a:endParaRPr lang="en-US" sz="2200" b="1" dirty="0"/>
          </a:p>
        </p:txBody>
      </p:sp>
      <p:sp>
        <p:nvSpPr>
          <p:cNvPr id="9" name="Text 7"/>
          <p:cNvSpPr/>
          <p:nvPr/>
        </p:nvSpPr>
        <p:spPr>
          <a:xfrm>
            <a:off x="1107519" y="5960269"/>
            <a:ext cx="361914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Develop a unified, no-code platform for real-time tracking of essential school resources.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5235773" y="4514374"/>
            <a:ext cx="4158734" cy="2864763"/>
          </a:xfrm>
          <a:prstGeom prst="roundRect">
            <a:avLst>
              <a:gd name="adj" fmla="val 5107"/>
            </a:avLst>
          </a:prstGeom>
          <a:solidFill>
            <a:srgbClr val="1128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235773" y="4483894"/>
            <a:ext cx="4158734" cy="121920"/>
          </a:xfrm>
          <a:prstGeom prst="roundRect">
            <a:avLst>
              <a:gd name="adj" fmla="val 29451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956048" y="4155400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171432" y="4334947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505569" y="5112782"/>
            <a:ext cx="302264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Automated Alerts</a:t>
            </a:r>
            <a:endParaRPr lang="en-US" sz="2200" b="1" dirty="0"/>
          </a:p>
        </p:txBody>
      </p:sp>
      <p:sp>
        <p:nvSpPr>
          <p:cNvPr id="15" name="Text 13"/>
          <p:cNvSpPr/>
          <p:nvPr/>
        </p:nvSpPr>
        <p:spPr>
          <a:xfrm>
            <a:off x="5505569" y="5608320"/>
            <a:ext cx="361914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Implement a system for instant notifications when resource levels fall below critical thresholds.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9633823" y="4514374"/>
            <a:ext cx="4158853" cy="2864763"/>
          </a:xfrm>
          <a:prstGeom prst="roundRect">
            <a:avLst>
              <a:gd name="adj" fmla="val 5107"/>
            </a:avLst>
          </a:prstGeom>
          <a:solidFill>
            <a:srgbClr val="1128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633823" y="4483894"/>
            <a:ext cx="4158853" cy="121920"/>
          </a:xfrm>
          <a:prstGeom prst="roundRect">
            <a:avLst>
              <a:gd name="adj" fmla="val 29451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1354217" y="4155400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1569601" y="4334947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903619" y="5112782"/>
            <a:ext cx="3619262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Strategic Planning Support</a:t>
            </a:r>
            <a:endParaRPr lang="en-US" sz="2200" b="1" dirty="0"/>
          </a:p>
        </p:txBody>
      </p:sp>
      <p:sp>
        <p:nvSpPr>
          <p:cNvPr id="21" name="Text 19"/>
          <p:cNvSpPr/>
          <p:nvPr/>
        </p:nvSpPr>
        <p:spPr>
          <a:xfrm>
            <a:off x="9903619" y="5960269"/>
            <a:ext cx="361926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Facilitate better decision-making by ensuring timely availability of key resources.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22828"/>
            <a:ext cx="7696319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System Architecture &amp; Workflow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837724" y="1634371"/>
            <a:ext cx="2016443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Components</a:t>
            </a:r>
            <a:endParaRPr lang="en-US" sz="1550" b="1" dirty="0"/>
          </a:p>
        </p:txBody>
      </p:sp>
      <p:sp>
        <p:nvSpPr>
          <p:cNvPr id="4" name="Shape 2"/>
          <p:cNvSpPr/>
          <p:nvPr/>
        </p:nvSpPr>
        <p:spPr>
          <a:xfrm>
            <a:off x="837724" y="2069306"/>
            <a:ext cx="6273046" cy="1017032"/>
          </a:xfrm>
          <a:prstGeom prst="roundRect">
            <a:avLst>
              <a:gd name="adj" fmla="val 247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05245" y="2236827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SharePoint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05245" y="2650808"/>
            <a:ext cx="5938004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Securely stores structured data for teachers, library books, and consumable supplies.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37724" y="3253859"/>
            <a:ext cx="6273046" cy="1285042"/>
          </a:xfrm>
          <a:prstGeom prst="roundRect">
            <a:avLst>
              <a:gd name="adj" fmla="val 1956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05245" y="3421380"/>
            <a:ext cx="1987034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Power Automate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05245" y="3835360"/>
            <a:ext cx="5938004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Schedules and executes daily flows to detect resource shortages based on predefined thresholds.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7724" y="4706422"/>
            <a:ext cx="6273046" cy="1285042"/>
          </a:xfrm>
          <a:prstGeom prst="roundRect">
            <a:avLst>
              <a:gd name="adj" fmla="val 1956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05245" y="4873943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Email Alerts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05245" y="5287923"/>
            <a:ext cx="5938004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Automated notifications dispatched to relevant staff and administrators upon detecting an issue.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27250" y="1634371"/>
            <a:ext cx="3117890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Automated Flow Overview</a:t>
            </a:r>
            <a:endParaRPr lang="en-US" sz="1550" b="1" dirty="0"/>
          </a:p>
        </p:txBody>
      </p:sp>
      <p:sp>
        <p:nvSpPr>
          <p:cNvPr id="14" name="Shape 12"/>
          <p:cNvSpPr/>
          <p:nvPr/>
        </p:nvSpPr>
        <p:spPr>
          <a:xfrm>
            <a:off x="7527250" y="2069306"/>
            <a:ext cx="670203" cy="1285042"/>
          </a:xfrm>
          <a:prstGeom prst="roundRect">
            <a:avLst>
              <a:gd name="adj" fmla="val 360035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736681" y="2554724"/>
            <a:ext cx="251341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8364974" y="2236827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Daily Check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364974" y="2650808"/>
            <a:ext cx="5435322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System initiates a comprehensive scan of all datasets every morning at 8:00 AM.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27250" y="3479959"/>
            <a:ext cx="670203" cy="1285042"/>
          </a:xfrm>
          <a:prstGeom prst="roundRect">
            <a:avLst>
              <a:gd name="adj" fmla="val 360035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736681" y="3965377"/>
            <a:ext cx="251341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8364974" y="3647480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Scan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364974" y="4061460"/>
            <a:ext cx="5435322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Analyzes teacher availability, library book inventory, and food/consumables stock levels.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527250" y="4890611"/>
            <a:ext cx="670203" cy="1017032"/>
          </a:xfrm>
          <a:prstGeom prst="roundRect">
            <a:avLst>
              <a:gd name="adj" fmla="val 360035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36681" y="5242084"/>
            <a:ext cx="251341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8364974" y="5058132"/>
            <a:ext cx="2736890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Shortage Identification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364974" y="5472113"/>
            <a:ext cx="5435322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Compares current resource levels against configured minimum thresholds.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527250" y="6033254"/>
            <a:ext cx="670203" cy="1285042"/>
          </a:xfrm>
          <a:prstGeom prst="roundRect">
            <a:avLst>
              <a:gd name="adj" fmla="val 360035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736681" y="6518672"/>
            <a:ext cx="251341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8364974" y="6200775"/>
            <a:ext cx="2204680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Consolidated Alert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8364974" y="6614755"/>
            <a:ext cx="5435322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Sends a single, comprehensive email detailing all identified shortages to the relevant personnel.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267" y="628055"/>
            <a:ext cx="13031867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Benefits of Our Resource Management System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9267" y="2338268"/>
            <a:ext cx="13031867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Our solution offers significant advantages for school administrators and IT staff, improving efficiency and operational effectiveness.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67" y="2929414"/>
            <a:ext cx="650796" cy="6507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9267" y="3851315"/>
            <a:ext cx="3167301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Proactive Prevention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99267" y="4300538"/>
            <a:ext cx="6380321" cy="694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Identifies and addresses potential resource gaps before they escalate, minimizing disruptions.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693" y="2929414"/>
            <a:ext cx="650796" cy="6507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0693" y="3851315"/>
            <a:ext cx="2552462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Time Efficiency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450693" y="4300538"/>
            <a:ext cx="6380440" cy="694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Eliminates manual checks through automation, freeing up staff for more critical tasks.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267" y="5537002"/>
            <a:ext cx="650796" cy="6507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9267" y="6458903"/>
            <a:ext cx="2552462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Scalability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799267" y="6908125"/>
            <a:ext cx="6380321" cy="694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Designed for easy management and can be readily adapted for deployment across multiple schools.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0693" y="5537002"/>
            <a:ext cx="650796" cy="6507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0693" y="6458903"/>
            <a:ext cx="2552462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Cost-Effective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7450693" y="6908125"/>
            <a:ext cx="6380440" cy="694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Leverages no-code platforms, reducing development and maintenance costs significantly.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5B443C-AA29-3569-8F22-6FA9F4DB86CF}"/>
              </a:ext>
            </a:extLst>
          </p:cNvPr>
          <p:cNvSpPr txBox="1"/>
          <p:nvPr/>
        </p:nvSpPr>
        <p:spPr>
          <a:xfrm>
            <a:off x="6779940" y="1594625"/>
            <a:ext cx="641195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800" b="1" dirty="0">
                <a:solidFill>
                  <a:schemeClr val="bg1"/>
                </a:solidFill>
              </a:rPr>
              <a:t>THANK</a:t>
            </a:r>
          </a:p>
          <a:p>
            <a:r>
              <a:rPr lang="en-IN" sz="13800" b="1" dirty="0">
                <a:solidFill>
                  <a:schemeClr val="bg1"/>
                </a:solidFill>
              </a:rPr>
              <a:t>YOU!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805F21-D33B-B1E5-5E9F-0D30BFB63140}"/>
              </a:ext>
            </a:extLst>
          </p:cNvPr>
          <p:cNvSpPr/>
          <p:nvPr/>
        </p:nvSpPr>
        <p:spPr>
          <a:xfrm>
            <a:off x="-11151" y="0"/>
            <a:ext cx="5553307" cy="8229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 descr="Thank You Teodor the Cat">
            <a:extLst>
              <a:ext uri="{FF2B5EF4-FFF2-40B4-BE49-F238E27FC236}">
                <a16:creationId xmlns:a16="http://schemas.microsoft.com/office/drawing/2014/main" id="{DF8F7C17-CC18-AB1E-934D-C9E610C35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595" y="2308302"/>
            <a:ext cx="3070302" cy="30703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314</Words>
  <Application>Microsoft Office PowerPoint</Application>
  <PresentationFormat>Custom</PresentationFormat>
  <Paragraphs>59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Cabin</vt:lpstr>
      <vt:lpstr>Arial</vt:lpstr>
      <vt:lpstr>Aptos Display</vt:lpstr>
      <vt:lpstr>Unbounded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NEERAJA</dc:creator>
  <cp:lastModifiedBy>Neeraja Palla</cp:lastModifiedBy>
  <cp:revision>2</cp:revision>
  <dcterms:created xsi:type="dcterms:W3CDTF">2025-07-25T16:40:38Z</dcterms:created>
  <dcterms:modified xsi:type="dcterms:W3CDTF">2025-07-25T17:00:12Z</dcterms:modified>
</cp:coreProperties>
</file>